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>
                <a:solidFill>
                  <a:srgbClr val="0066CC"/>
                </a:solidFill>
              </a:rPr>
              <a:t>Agentic AI for Marketing Outreach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Research, Intent Analysis &amp; Personalized Engagement</a:t>
            </a:r>
          </a:p>
          <a:p/>
          <a:p>
            <a:r>
              <a:t>Hackathon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B2B outreach is highly inefficient and generic:</a:t>
            </a:r>
          </a:p>
          <a:p>
            <a:pPr lvl="1"/>
            <a:r>
              <a:t>Repetitive manual research takes hours per lead.</a:t>
            </a:r>
          </a:p>
          <a:p>
            <a:pPr lvl="1"/>
            <a:r>
              <a:t>Lack of deep personalization leads to low conversion rates.</a:t>
            </a:r>
          </a:p>
          <a:p>
            <a:pPr lvl="1"/>
            <a:r>
              <a:t>Identifying true buying intent from massive data is difficult.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Multi-Agent AI System:</a:t>
            </a:r>
          </a:p>
          <a:p>
            <a:pPr lvl="1"/>
            <a:r>
              <a:t>Automated Research Agent: Gathers deep insights on prospects.</a:t>
            </a:r>
          </a:p>
          <a:p>
            <a:pPr lvl="1"/>
            <a:r>
              <a:t>Intent &amp; Critic Agents: Analyzes buying signals and refines messaging.</a:t>
            </a:r>
          </a:p>
          <a:p>
            <a:pPr lvl="1"/>
            <a:r>
              <a:t>Persona Agent: Drafts hyper-personalized outreach content.</a:t>
            </a:r>
          </a:p>
          <a:p>
            <a:pPr lvl="1"/>
            <a:r>
              <a:t>Supervisor Agent: Orchestrates the entire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Modern, Scalable Stack:</a:t>
            </a:r>
          </a:p>
          <a:p>
            <a:pPr lvl="1"/>
            <a:r>
              <a:t>Backend: FastAPI, Python, Qdrant (Vector DB for RAG).</a:t>
            </a:r>
          </a:p>
          <a:p>
            <a:pPr lvl="1"/>
            <a:r>
              <a:t>AI Core: LLM integration with LangChain/Graph-based agents.</a:t>
            </a:r>
          </a:p>
          <a:p>
            <a:pPr lvl="1"/>
            <a:r>
              <a:t>Frontend: Next.js, React for a sleek digital workspace.</a:t>
            </a:r>
          </a:p>
          <a:p>
            <a:pPr lvl="1"/>
            <a:r>
              <a:t>Integrations: Slack, Gmail, LinkedIn, VAPI, Calendar.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Differentiators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makes our solution stand out:</a:t>
            </a:r>
          </a:p>
          <a:p>
            <a:pPr lvl="1"/>
            <a:r>
              <a:t>PII Masker: Ensures data privacy and compliance during ingestion.</a:t>
            </a:r>
          </a:p>
          <a:p>
            <a:pPr lvl="1"/>
            <a:r>
              <a:t>RAG-Powered Intelligence: Leverages past interactions and data.</a:t>
            </a:r>
          </a:p>
          <a:p>
            <a:pPr lvl="1"/>
            <a:r>
              <a:t>Omnichannel: Not just email—supports Slack and voice (VAPI).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Scaling Outreach 10x with a Personal Touch.</a:t>
            </a:r>
          </a:p>
          <a:p>
            <a:pPr lvl="1"/>
            <a:r>
              <a:t>Reduce research time from hours to minutes.</a:t>
            </a:r>
          </a:p>
          <a:p>
            <a:pPr lvl="1"/>
            <a:r>
              <a:t>Increase response rates through genuine personalization.</a:t>
            </a:r>
          </a:p>
          <a:p>
            <a:pPr lvl="1"/>
            <a:r>
              <a:t>Future: Deeper CRM integrations (Salesforce/HubSpot) and predictive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